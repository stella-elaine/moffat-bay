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31"/>
  </p:notesMasterIdLst>
  <p:handoutMasterIdLst>
    <p:handoutMasterId r:id="rId32"/>
  </p:handoutMasterIdLst>
  <p:sldIdLst>
    <p:sldId id="289" r:id="rId5"/>
    <p:sldId id="288" r:id="rId6"/>
    <p:sldId id="283" r:id="rId7"/>
    <p:sldId id="257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261" r:id="rId19"/>
    <p:sldId id="300" r:id="rId20"/>
    <p:sldId id="264" r:id="rId21"/>
    <p:sldId id="301" r:id="rId22"/>
    <p:sldId id="302" r:id="rId23"/>
    <p:sldId id="303" r:id="rId24"/>
    <p:sldId id="307" r:id="rId25"/>
    <p:sldId id="304" r:id="rId26"/>
    <p:sldId id="305" r:id="rId27"/>
    <p:sldId id="306" r:id="rId28"/>
    <p:sldId id="263" r:id="rId29"/>
    <p:sldId id="26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 autoAdjust="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7E392-9A67-BD15-D7E6-58189752D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FBDE2-7BB2-CAD2-2B9F-C89FEE47C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FD896-3127-17B4-3CF7-0F3B87AA7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11AB4-5636-DBCA-0FE8-F74222CB9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01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3BF6D-18BB-88F2-8CBF-4965E9A79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C62BE-5B38-04D7-FF0F-9A9376C7E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14917-D6B4-BD97-A491-447F72B1F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74312-2434-86A3-3959-BB4BA470C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59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1F573-C019-E1CE-B731-F075C1E31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14D8C-5F33-D12A-F0FB-D38055581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2908A-11C3-CCF8-4CC0-3943C4E55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BFC7-AB57-3D66-154D-159E14F73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33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87CC3-ABD5-91F6-4DD2-87566331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E00C2-B97B-7941-3444-78C4F91D2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76BB8-58D4-2042-FE62-039DE5612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E450E-7D08-A97C-C484-0D4DD08A4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88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E29BC-0A72-8F1E-F593-FA63256B2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C2DB7-905E-9134-15B8-6A6147405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E0B2D-8EAF-0932-9992-AC744C0C9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5BAA2-B49B-55B3-6FAE-AF4ABD95E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51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35595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2" r:id="rId14"/>
    <p:sldLayoutId id="2147483683" r:id="rId15"/>
    <p:sldLayoutId id="2147483684" r:id="rId16"/>
    <p:sldLayoutId id="2147483685" r:id="rId17"/>
    <p:sldLayoutId id="2147483687" r:id="rId18"/>
    <p:sldLayoutId id="214748369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Moffat Bay</a:t>
            </a:r>
            <a:br>
              <a:rPr lang="en-US" dirty="0"/>
            </a:br>
            <a:r>
              <a:rPr lang="en-US" dirty="0"/>
              <a:t>capstone</a:t>
            </a:r>
            <a:br>
              <a:rPr lang="en-US" dirty="0"/>
            </a:br>
            <a:r>
              <a:rPr lang="en-US" dirty="0"/>
              <a:t>project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4" r="18144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01E273-5A5B-56E5-755D-9E70D679D3C7}"/>
              </a:ext>
            </a:extLst>
          </p:cNvPr>
          <p:cNvSpPr txBox="1"/>
          <p:nvPr/>
        </p:nvSpPr>
        <p:spPr>
          <a:xfrm>
            <a:off x="462117" y="4578714"/>
            <a:ext cx="52501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CSD460-O307 Capstone in Software Development (2261-DD)</a:t>
            </a:r>
          </a:p>
          <a:p>
            <a:r>
              <a:rPr lang="en-US" b="1" dirty="0"/>
              <a:t>Module 11 Assignment: Presentation for QA</a:t>
            </a:r>
          </a:p>
          <a:p>
            <a:r>
              <a:rPr lang="en-US" b="1" dirty="0"/>
              <a:t>December 9, 2025</a:t>
            </a:r>
            <a:endParaRPr lang="en-US" dirty="0"/>
          </a:p>
          <a:p>
            <a:r>
              <a:rPr lang="en-US" dirty="0"/>
              <a:t>Stella Kemp, Kypton Lantz, &amp; Julio Pochet Edmead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r>
              <a:rPr lang="en-US" dirty="0"/>
              <a:t>Introduction of Team</a:t>
            </a:r>
          </a:p>
          <a:p>
            <a:r>
              <a:rPr lang="en-US" dirty="0"/>
              <a:t>Sample Prototypes</a:t>
            </a:r>
          </a:p>
          <a:p>
            <a:r>
              <a:rPr lang="en-US" dirty="0"/>
              <a:t>ERD</a:t>
            </a:r>
          </a:p>
          <a:p>
            <a:r>
              <a:rPr lang="en-US" dirty="0"/>
              <a:t>Description of tests created and their results </a:t>
            </a:r>
          </a:p>
          <a:p>
            <a:r>
              <a:rPr lang="en-US" dirty="0"/>
              <a:t>Lessons Learned as a team.</a:t>
            </a:r>
          </a:p>
        </p:txBody>
      </p:sp>
      <p:pic>
        <p:nvPicPr>
          <p:cNvPr id="25" name="Picture Placeholder 6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3" r="25993"/>
          <a:stretch/>
        </p:blipFill>
        <p:spPr/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AA64C6-E045-8BD1-55A8-12D00F0F307D}"/>
              </a:ext>
            </a:extLst>
          </p:cNvPr>
          <p:cNvSpPr txBox="1"/>
          <p:nvPr/>
        </p:nvSpPr>
        <p:spPr>
          <a:xfrm>
            <a:off x="5023412" y="1329556"/>
            <a:ext cx="42055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u="sng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1" y="528320"/>
            <a:ext cx="5441367" cy="3354992"/>
          </a:xfrm>
          <a:noFill/>
        </p:spPr>
        <p:txBody>
          <a:bodyPr>
            <a:noAutofit/>
          </a:bodyPr>
          <a:lstStyle/>
          <a:p>
            <a:r>
              <a:rPr lang="en-US" dirty="0"/>
              <a:t>Meet THE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 anchor="t"/>
          <a:lstStyle/>
          <a:p>
            <a:r>
              <a:rPr lang="en-US" dirty="0"/>
              <a:t>STELLA KEMP – TEAM LEAD, BACKEND FUNCTIONALITY</a:t>
            </a:r>
          </a:p>
          <a:p>
            <a:r>
              <a:rPr lang="en-US" dirty="0"/>
              <a:t>KYPTON LANTZ – BACKEND FUNCTIONALITY</a:t>
            </a:r>
          </a:p>
          <a:p>
            <a:r>
              <a:rPr lang="en-US" dirty="0"/>
              <a:t>JULIO POCHET EDMEAD – FRONT END DESIGN</a:t>
            </a:r>
          </a:p>
        </p:txBody>
      </p:sp>
      <p:pic>
        <p:nvPicPr>
          <p:cNvPr id="43" name="Picture Placeholder 42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42" r="29842"/>
          <a:stretch/>
        </p:blipFill>
        <p:spPr/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155" y="675968"/>
            <a:ext cx="9144000" cy="3136738"/>
          </a:xfrm>
          <a:noFill/>
        </p:spPr>
        <p:txBody>
          <a:bodyPr/>
          <a:lstStyle/>
          <a:p>
            <a:r>
              <a:rPr lang="en-US" dirty="0"/>
              <a:t>SAMPLE PROTOTYPES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THE SIMPLE BEGINNINGS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ebsite with a brown background&#10;&#10;AI-generated content may be incorrect.">
            <a:extLst>
              <a:ext uri="{FF2B5EF4-FFF2-40B4-BE49-F238E27FC236}">
                <a16:creationId xmlns:a16="http://schemas.microsoft.com/office/drawing/2014/main" id="{56569DE8-D90D-3C97-8BBC-E143A2C7E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09" y="791362"/>
            <a:ext cx="10177614" cy="53256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2F6608-B9D4-E62B-BEC6-5FBB66CF459F}"/>
              </a:ext>
            </a:extLst>
          </p:cNvPr>
          <p:cNvSpPr txBox="1"/>
          <p:nvPr/>
        </p:nvSpPr>
        <p:spPr>
          <a:xfrm>
            <a:off x="4061209" y="422030"/>
            <a:ext cx="4069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The Landing Page for Moffat Bay Lodge</a:t>
            </a:r>
          </a:p>
        </p:txBody>
      </p:sp>
    </p:spTree>
    <p:extLst>
      <p:ext uri="{BB962C8B-B14F-4D97-AF65-F5344CB8AC3E}">
        <p14:creationId xmlns:p14="http://schemas.microsoft.com/office/powerpoint/2010/main" val="2189931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18379-491D-9E60-3FC4-D257A475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2BB647-F4E0-4119-DDE7-A58DA43DD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5778" y="901893"/>
            <a:ext cx="9060444" cy="56446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73DAE8-5239-7F8A-6EA9-EC5E925CA1A9}"/>
              </a:ext>
            </a:extLst>
          </p:cNvPr>
          <p:cNvSpPr txBox="1"/>
          <p:nvPr/>
        </p:nvSpPr>
        <p:spPr>
          <a:xfrm>
            <a:off x="4061209" y="422030"/>
            <a:ext cx="4069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The About Page for Moffat Bay Lodge</a:t>
            </a:r>
          </a:p>
        </p:txBody>
      </p:sp>
    </p:spTree>
    <p:extLst>
      <p:ext uri="{BB962C8B-B14F-4D97-AF65-F5344CB8AC3E}">
        <p14:creationId xmlns:p14="http://schemas.microsoft.com/office/powerpoint/2010/main" val="336994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7698A-EC56-19FD-634F-C2CE8B285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CA154C-F9B2-2CF4-0C20-D18CA3CDD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5639" y="880639"/>
            <a:ext cx="10247547" cy="46282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0DEE6C-E1DA-CCC4-9BE7-82A58E540545}"/>
              </a:ext>
            </a:extLst>
          </p:cNvPr>
          <p:cNvSpPr txBox="1"/>
          <p:nvPr/>
        </p:nvSpPr>
        <p:spPr>
          <a:xfrm>
            <a:off x="4061209" y="422030"/>
            <a:ext cx="4069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The Contact* Page for Moffat Bay Lodge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534D1E-A685-46AB-6784-A9B005C1B306}"/>
              </a:ext>
            </a:extLst>
          </p:cNvPr>
          <p:cNvSpPr txBox="1"/>
          <p:nvPr/>
        </p:nvSpPr>
        <p:spPr>
          <a:xfrm>
            <a:off x="1097042" y="5598204"/>
            <a:ext cx="3589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*This page was later combined with the About page</a:t>
            </a:r>
          </a:p>
        </p:txBody>
      </p:sp>
    </p:spTree>
    <p:extLst>
      <p:ext uri="{BB962C8B-B14F-4D97-AF65-F5344CB8AC3E}">
        <p14:creationId xmlns:p14="http://schemas.microsoft.com/office/powerpoint/2010/main" val="1813063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3D1AE-8F75-2B0F-447A-CD76D1D25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1FE1CC-C159-CA13-90A0-048572EFE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7146" y="930880"/>
            <a:ext cx="10198274" cy="48469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C34420-27B0-4B0E-CE6C-608D663BB8AF}"/>
              </a:ext>
            </a:extLst>
          </p:cNvPr>
          <p:cNvSpPr txBox="1"/>
          <p:nvPr/>
        </p:nvSpPr>
        <p:spPr>
          <a:xfrm>
            <a:off x="4061209" y="422030"/>
            <a:ext cx="4069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The Attractions Page for Moffat Bay Lodge</a:t>
            </a:r>
          </a:p>
        </p:txBody>
      </p:sp>
    </p:spTree>
    <p:extLst>
      <p:ext uri="{BB962C8B-B14F-4D97-AF65-F5344CB8AC3E}">
        <p14:creationId xmlns:p14="http://schemas.microsoft.com/office/powerpoint/2010/main" val="2810848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0FD36-673B-5DD0-1F41-220EB022D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4CB57A-D640-6FA5-CE92-EAA7CBDBD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5877" y="930879"/>
            <a:ext cx="9000245" cy="53292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60FABD-EE34-1A50-D22A-4F60366DC208}"/>
              </a:ext>
            </a:extLst>
          </p:cNvPr>
          <p:cNvSpPr txBox="1"/>
          <p:nvPr/>
        </p:nvSpPr>
        <p:spPr>
          <a:xfrm>
            <a:off x="4061209" y="422030"/>
            <a:ext cx="4069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The Registration Page for Moffat Bay Lodge</a:t>
            </a:r>
          </a:p>
        </p:txBody>
      </p:sp>
    </p:spTree>
    <p:extLst>
      <p:ext uri="{BB962C8B-B14F-4D97-AF65-F5344CB8AC3E}">
        <p14:creationId xmlns:p14="http://schemas.microsoft.com/office/powerpoint/2010/main" val="1193027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9D858-C378-4215-8F8E-A0A4869E9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BD4FD0-9502-F939-B03A-930C0D373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5877" y="934456"/>
            <a:ext cx="9000245" cy="53220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7B626E-F406-58ED-BF2F-3829FF3E7BE0}"/>
              </a:ext>
            </a:extLst>
          </p:cNvPr>
          <p:cNvSpPr txBox="1"/>
          <p:nvPr/>
        </p:nvSpPr>
        <p:spPr>
          <a:xfrm>
            <a:off x="4061209" y="422030"/>
            <a:ext cx="4069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The Login Page for Moffat Bay Lodge</a:t>
            </a:r>
          </a:p>
        </p:txBody>
      </p:sp>
    </p:spTree>
    <p:extLst>
      <p:ext uri="{BB962C8B-B14F-4D97-AF65-F5344CB8AC3E}">
        <p14:creationId xmlns:p14="http://schemas.microsoft.com/office/powerpoint/2010/main" val="582254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A3434-54D4-F87D-140A-CEEBFB5F7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6E4DE1-7C8C-3188-FC29-2F636F470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8989" y="791362"/>
            <a:ext cx="10074021" cy="5458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76AE95-C31E-501F-830B-77A976B3BFFB}"/>
              </a:ext>
            </a:extLst>
          </p:cNvPr>
          <p:cNvSpPr txBox="1"/>
          <p:nvPr/>
        </p:nvSpPr>
        <p:spPr>
          <a:xfrm>
            <a:off x="3725426" y="422030"/>
            <a:ext cx="47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The Reservation Page for Moffat Bay Lodge</a:t>
            </a:r>
          </a:p>
        </p:txBody>
      </p:sp>
    </p:spTree>
    <p:extLst>
      <p:ext uri="{BB962C8B-B14F-4D97-AF65-F5344CB8AC3E}">
        <p14:creationId xmlns:p14="http://schemas.microsoft.com/office/powerpoint/2010/main" val="2753817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19960-467A-99C0-AFA9-5DA5D331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75D1C5-EC11-D946-7458-3D8D393DC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3087" y="791362"/>
            <a:ext cx="9225824" cy="5458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7F4565-590D-D9BC-52A0-1EED15B4DEC0}"/>
              </a:ext>
            </a:extLst>
          </p:cNvPr>
          <p:cNvSpPr txBox="1"/>
          <p:nvPr/>
        </p:nvSpPr>
        <p:spPr>
          <a:xfrm>
            <a:off x="3725426" y="422030"/>
            <a:ext cx="47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The Reservation Summary Page for Moffat Bay Lodge</a:t>
            </a:r>
          </a:p>
        </p:txBody>
      </p:sp>
    </p:spTree>
    <p:extLst>
      <p:ext uri="{BB962C8B-B14F-4D97-AF65-F5344CB8AC3E}">
        <p14:creationId xmlns:p14="http://schemas.microsoft.com/office/powerpoint/2010/main" val="3430615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D5345-F94B-2139-F802-620DD8BBC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28B176-A0A8-134F-6D4F-15113A3AD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3087" y="792778"/>
            <a:ext cx="9225824" cy="54558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0E2737-E27D-82C4-81E0-7FBE855BDDD2}"/>
              </a:ext>
            </a:extLst>
          </p:cNvPr>
          <p:cNvSpPr txBox="1"/>
          <p:nvPr/>
        </p:nvSpPr>
        <p:spPr>
          <a:xfrm>
            <a:off x="3725426" y="422030"/>
            <a:ext cx="474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The Reservation Lookup Page for Moffat Bay Lodge</a:t>
            </a:r>
          </a:p>
        </p:txBody>
      </p:sp>
    </p:spTree>
    <p:extLst>
      <p:ext uri="{BB962C8B-B14F-4D97-AF65-F5344CB8AC3E}">
        <p14:creationId xmlns:p14="http://schemas.microsoft.com/office/powerpoint/2010/main" val="1849585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D5AA-2554-0F38-8F9C-E45965EF9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5983" y="695848"/>
            <a:ext cx="9144000" cy="313673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erd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1BF9CC0-CD3E-D10A-8DB3-095702D65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5450" y="3978800"/>
            <a:ext cx="9144000" cy="1965960"/>
          </a:xfrm>
        </p:spPr>
        <p:txBody>
          <a:bodyPr/>
          <a:lstStyle/>
          <a:p>
            <a:r>
              <a:rPr lang="en-US" dirty="0"/>
              <a:t>How the information is structured behind the scenes</a:t>
            </a:r>
          </a:p>
        </p:txBody>
      </p:sp>
    </p:spTree>
    <p:extLst>
      <p:ext uri="{BB962C8B-B14F-4D97-AF65-F5344CB8AC3E}">
        <p14:creationId xmlns:p14="http://schemas.microsoft.com/office/powerpoint/2010/main" val="2890523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3052" y="617274"/>
            <a:ext cx="8795018" cy="658867"/>
          </a:xfrm>
          <a:noFill/>
        </p:spPr>
        <p:txBody>
          <a:bodyPr/>
          <a:lstStyle/>
          <a:p>
            <a:r>
              <a:rPr lang="en-US" dirty="0"/>
              <a:t>Connecting customers to rooms</a:t>
            </a:r>
          </a:p>
        </p:txBody>
      </p:sp>
      <p:pic>
        <p:nvPicPr>
          <p:cNvPr id="24" name="Picture Placeholder 7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86" r="35286"/>
          <a:stretch/>
        </p:blipFill>
        <p:spPr>
          <a:noFill/>
        </p:spPr>
      </p:pic>
      <p:pic>
        <p:nvPicPr>
          <p:cNvPr id="5" name="Content Placeholder 4" descr="A diagram of a room&#10;&#10;AI-generated content may be incorrect.">
            <a:extLst>
              <a:ext uri="{FF2B5EF4-FFF2-40B4-BE49-F238E27FC236}">
                <a16:creationId xmlns:a16="http://schemas.microsoft.com/office/drawing/2014/main" id="{49CFAB43-A544-AFE4-6AC3-7E4E9E8C07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214" y="1162707"/>
            <a:ext cx="7214087" cy="5099614"/>
          </a:xfrm>
          <a:noFill/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023F0-C119-05B2-7CDE-565C9381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532" y="695848"/>
            <a:ext cx="9144000" cy="3136738"/>
          </a:xfrm>
        </p:spPr>
        <p:txBody>
          <a:bodyPr/>
          <a:lstStyle/>
          <a:p>
            <a:r>
              <a:rPr lang="en-US" dirty="0"/>
              <a:t>Tests and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97EC2F-2915-9DB9-12ED-2C2154C45F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5 of our functional tests explained</a:t>
            </a:r>
          </a:p>
        </p:txBody>
      </p:sp>
    </p:spTree>
    <p:extLst>
      <p:ext uri="{BB962C8B-B14F-4D97-AF65-F5344CB8AC3E}">
        <p14:creationId xmlns:p14="http://schemas.microsoft.com/office/powerpoint/2010/main" val="4114234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72757"/>
            <a:ext cx="9906000" cy="699706"/>
          </a:xfrm>
          <a:noFill/>
        </p:spPr>
        <p:txBody>
          <a:bodyPr/>
          <a:lstStyle/>
          <a:p>
            <a:r>
              <a:rPr lang="en-US" dirty="0"/>
              <a:t>Test 1: Registration Success message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4525" y="1272462"/>
            <a:ext cx="10397240" cy="4605823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In this test a user registers their account, the information is saved to the database and a session is started. </a:t>
            </a:r>
          </a:p>
          <a:p>
            <a:r>
              <a:rPr lang="en-US" dirty="0"/>
              <a:t>The user is then rerouted to the reservation page, and a success message is displayed.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*Note: This image is from the updated UI, so it will appear different from the wireframes earlier in the presentation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E8B9D3-5B6D-E3E2-BABA-78DC380683F9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48069"/>
          <a:stretch>
            <a:fillRect/>
          </a:stretch>
        </p:blipFill>
        <p:spPr>
          <a:xfrm>
            <a:off x="744525" y="2290912"/>
            <a:ext cx="10499504" cy="2917192"/>
          </a:xfr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88596-82A4-B30A-9C98-F966201BF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04F34-530C-B4EE-9F3B-B16DEE2C8A7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Test 2: Registration password requirements enforced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DA561-0E6B-D8D9-6D35-C9D666DFAC4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2032663"/>
            <a:ext cx="10600063" cy="138215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In this test the user attempts to register their account with a password that does not fulfill the requirements.</a:t>
            </a:r>
          </a:p>
          <a:p>
            <a:r>
              <a:rPr lang="en-US" dirty="0"/>
              <a:t>An error message pops up and the user is not registered until the password is corrected.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381DEE-5FD4-792F-5326-05FBC03510AD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/>
          <a:stretch>
            <a:fillRect/>
          </a:stretch>
        </p:blipFill>
        <p:spPr>
          <a:xfrm>
            <a:off x="1589038" y="2931376"/>
            <a:ext cx="9013923" cy="3684625"/>
          </a:xfrm>
          <a:prstGeom prst="rect">
            <a:avLst/>
          </a:prstGeom>
          <a:solidFill>
            <a:prstClr val="white"/>
          </a:solidFill>
        </p:spPr>
      </p:pic>
    </p:spTree>
    <p:extLst>
      <p:ext uri="{BB962C8B-B14F-4D97-AF65-F5344CB8AC3E}">
        <p14:creationId xmlns:p14="http://schemas.microsoft.com/office/powerpoint/2010/main" val="1391809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55A7E-082A-54A8-55DC-D05B4CF6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BD18-CA86-14E7-9765-6D769E26965D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Test 3: login failure messaging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6FCEF-ECFC-604C-DD08-67ADAED3CDF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2032663"/>
            <a:ext cx="10519676" cy="118979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In this test, a registered user attempts to access their account with the wrong password.</a:t>
            </a:r>
          </a:p>
          <a:p>
            <a:r>
              <a:rPr lang="en-US" dirty="0"/>
              <a:t>A message is displayed, telling them why they have not successfully logged in yet.</a:t>
            </a:r>
          </a:p>
        </p:txBody>
      </p:sp>
      <p:pic>
        <p:nvPicPr>
          <p:cNvPr id="6" name="Content Placeholder 5" descr="A white and blue stripes&#10;&#10;AI-generated content may be incorrect.">
            <a:extLst>
              <a:ext uri="{FF2B5EF4-FFF2-40B4-BE49-F238E27FC236}">
                <a16:creationId xmlns:a16="http://schemas.microsoft.com/office/drawing/2014/main" id="{185BE2FE-888B-F4DC-5861-CEA6600D5D38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/>
          <a:stretch>
            <a:fillRect/>
          </a:stretch>
        </p:blipFill>
        <p:spPr>
          <a:xfrm>
            <a:off x="1879934" y="2971250"/>
            <a:ext cx="8429730" cy="3102140"/>
          </a:xfrm>
          <a:prstGeom prst="rect">
            <a:avLst/>
          </a:prstGeom>
          <a:solidFill>
            <a:prstClr val="white"/>
          </a:solidFill>
        </p:spPr>
      </p:pic>
    </p:spTree>
    <p:extLst>
      <p:ext uri="{BB962C8B-B14F-4D97-AF65-F5344CB8AC3E}">
        <p14:creationId xmlns:p14="http://schemas.microsoft.com/office/powerpoint/2010/main" val="101030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C7B8E-F887-E28F-78B9-EB5887249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36CD-8796-003E-B903-468AF0EC3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961" y="533401"/>
            <a:ext cx="10278516" cy="1014045"/>
          </a:xfrm>
          <a:noFill/>
        </p:spPr>
        <p:txBody>
          <a:bodyPr/>
          <a:lstStyle/>
          <a:p>
            <a:r>
              <a:rPr lang="en-US" dirty="0"/>
              <a:t>Test 4: reservation availability 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4B4E4-1A81-6C30-6839-98CB494F27E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1547446"/>
            <a:ext cx="10389048" cy="87420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In this test, a user fills out their search preferences and clicks the “Search Availability” button below.</a:t>
            </a:r>
          </a:p>
          <a:p>
            <a:r>
              <a:rPr lang="en-US" dirty="0"/>
              <a:t>All available rooms that fit their preferences will populate below. (See next slide for the results)</a:t>
            </a:r>
          </a:p>
        </p:txBody>
      </p:sp>
      <p:pic>
        <p:nvPicPr>
          <p:cNvPr id="8" name="Picture 7" descr="A screenshot of a reservation&#10;&#10;AI-generated content may be incorrect.">
            <a:extLst>
              <a:ext uri="{FF2B5EF4-FFF2-40B4-BE49-F238E27FC236}">
                <a16:creationId xmlns:a16="http://schemas.microsoft.com/office/drawing/2014/main" id="{EB902EF0-C593-ACD7-52B1-E728CD03D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62" y="2784034"/>
            <a:ext cx="9400913" cy="380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19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5" descr="A screenshot of a hotel room&#10;&#10;AI-generated content may be incorrect.">
            <a:extLst>
              <a:ext uri="{FF2B5EF4-FFF2-40B4-BE49-F238E27FC236}">
                <a16:creationId xmlns:a16="http://schemas.microsoft.com/office/drawing/2014/main" id="{1BC8D6EA-05CF-8694-7C34-CC9AF7830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42" y="512780"/>
            <a:ext cx="9848603" cy="5998551"/>
          </a:xfrm>
          <a:prstGeom prst="rect">
            <a:avLst/>
          </a:prstGeom>
          <a:solidFill>
            <a:prstClr val="white"/>
          </a:solidFill>
        </p:spPr>
      </p:pic>
    </p:spTree>
    <p:extLst>
      <p:ext uri="{BB962C8B-B14F-4D97-AF65-F5344CB8AC3E}">
        <p14:creationId xmlns:p14="http://schemas.microsoft.com/office/powerpoint/2010/main" val="3158368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988EF-2FA3-3063-8B6B-BB4AA53A1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C2A0-2FFF-0F04-B126-F92FD851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226" y="1403366"/>
            <a:ext cx="6322925" cy="1382156"/>
          </a:xfrm>
          <a:noFill/>
        </p:spPr>
        <p:txBody>
          <a:bodyPr/>
          <a:lstStyle/>
          <a:p>
            <a:r>
              <a:rPr lang="en-US" dirty="0"/>
              <a:t>Test 5: reservation confirmation (reroute to summary page)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C99EC-7700-21F0-1CB2-DE2C6C94C0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65105" y="3047546"/>
            <a:ext cx="6440046" cy="1192858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r>
              <a:rPr lang="en-US" dirty="0"/>
              <a:t>In this test, a room selection is made and upon clicking the “Reserve Selected Room” button, then information is saved to the database.</a:t>
            </a:r>
          </a:p>
          <a:p>
            <a:r>
              <a:rPr lang="en-US" dirty="0"/>
              <a:t>The user is rerouted to the Summary page and their reservation information is displayed back to them.</a:t>
            </a:r>
          </a:p>
        </p:txBody>
      </p:sp>
      <p:pic>
        <p:nvPicPr>
          <p:cNvPr id="6" name="Content Placeholder 5" descr="A screenshot of a hotel room&#10;&#10;AI-generated content may be incorrect.">
            <a:extLst>
              <a:ext uri="{FF2B5EF4-FFF2-40B4-BE49-F238E27FC236}">
                <a16:creationId xmlns:a16="http://schemas.microsoft.com/office/drawing/2014/main" id="{EFDB862D-D603-5A4D-EA51-EE71B4F6D028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/>
          <a:stretch>
            <a:fillRect/>
          </a:stretch>
        </p:blipFill>
        <p:spPr>
          <a:xfrm>
            <a:off x="7305151" y="163633"/>
            <a:ext cx="4060557" cy="6530733"/>
          </a:xfrm>
          <a:prstGeom prst="rect">
            <a:avLst/>
          </a:prstGeom>
          <a:solidFill>
            <a:prstClr val="white"/>
          </a:solidFill>
        </p:spPr>
      </p:pic>
    </p:spTree>
    <p:extLst>
      <p:ext uri="{BB962C8B-B14F-4D97-AF65-F5344CB8AC3E}">
        <p14:creationId xmlns:p14="http://schemas.microsoft.com/office/powerpoint/2010/main" val="1448354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461A8-824D-B352-3AF7-FEB69FA9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BBFC-09F7-62D1-7BA3-068CD15CAC5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Test 6: reservation lookup via email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5CCF3-E1BF-7804-2A8E-4B3BF9D4B05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2032663"/>
            <a:ext cx="10518839" cy="941765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In this test, the user fills in their email address and clicks search. </a:t>
            </a:r>
          </a:p>
          <a:p>
            <a:r>
              <a:rPr lang="en-US" dirty="0"/>
              <a:t>The page then displays all reservations linked to that email address to be viewed in more detail (select “View”).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D94A9C-ACAB-9076-54FD-741A90E793C6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/>
          <a:srcRect b="4546"/>
          <a:stretch>
            <a:fillRect/>
          </a:stretch>
        </p:blipFill>
        <p:spPr>
          <a:xfrm>
            <a:off x="2274323" y="2836157"/>
            <a:ext cx="7640114" cy="3840480"/>
          </a:xfrm>
          <a:prstGeom prst="rect">
            <a:avLst/>
          </a:prstGeom>
          <a:solidFill>
            <a:prstClr val="white"/>
          </a:solidFill>
        </p:spPr>
      </p:pic>
    </p:spTree>
    <p:extLst>
      <p:ext uri="{BB962C8B-B14F-4D97-AF65-F5344CB8AC3E}">
        <p14:creationId xmlns:p14="http://schemas.microsoft.com/office/powerpoint/2010/main" val="4097136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78F6-ABE2-8574-E421-E393F5C9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E61D-BC9B-423E-4010-934C8AA1F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532" y="695848"/>
            <a:ext cx="9144000" cy="3136738"/>
          </a:xfrm>
        </p:spPr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23808-4432-EE51-A141-EDC09172B6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dirty="0"/>
              <a:t>Ultimately there is no such thing as failure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70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Final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(Insert at least 1 lesson per teammate here)</a:t>
            </a:r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69" r="27669"/>
          <a:stretch/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2" r="7642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t">
            <a:normAutofit/>
          </a:bodyPr>
          <a:lstStyle/>
          <a:p>
            <a:r>
              <a:rPr lang="en-US" dirty="0"/>
              <a:t>Stella Kemp</a:t>
            </a:r>
          </a:p>
          <a:p>
            <a:r>
              <a:rPr lang="en-US" dirty="0"/>
              <a:t>Kypton Lantz</a:t>
            </a:r>
          </a:p>
          <a:p>
            <a:r>
              <a:rPr lang="en-US" dirty="0"/>
              <a:t>Julio Pochet Edmead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{77FDFFA1-108B-4FD2-8FFC-62DEB87059BD}TF020710ce-b2a3-4743-8ec4-0abcd2574951ef9f6aa4_win32-415a623b9e9a</Template>
  <TotalTime>103</TotalTime>
  <Words>525</Words>
  <Application>Microsoft Office PowerPoint</Application>
  <PresentationFormat>Widescreen</PresentationFormat>
  <Paragraphs>80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Univers Condensed Light</vt:lpstr>
      <vt:lpstr>Walbaum Display Light</vt:lpstr>
      <vt:lpstr>AngleLinesVTI</vt:lpstr>
      <vt:lpstr>Moffat Bay capstone project</vt:lpstr>
      <vt:lpstr>AGENDA</vt:lpstr>
      <vt:lpstr>Meet THE TEAM</vt:lpstr>
      <vt:lpstr>SAMPLE PROTOTYPES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erd</vt:lpstr>
      <vt:lpstr>Connecting customers to rooms</vt:lpstr>
      <vt:lpstr>Tests and results</vt:lpstr>
      <vt:lpstr>Test 1: Registration Success message</vt:lpstr>
      <vt:lpstr>Test 2: Registration password requirements enforced</vt:lpstr>
      <vt:lpstr>Test 3: login failure messaging</vt:lpstr>
      <vt:lpstr>Test 4: reservation availability search</vt:lpstr>
      <vt:lpstr>PowerPoint Presentation</vt:lpstr>
      <vt:lpstr>Test 5: reservation confirmation (reroute to summary page)</vt:lpstr>
      <vt:lpstr>Test 6: reservation lookup via email</vt:lpstr>
      <vt:lpstr>Lessons learned</vt:lpstr>
      <vt:lpstr>Final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Kypton Lantz</dc:creator>
  <cp:lastModifiedBy>Kypton Lantz</cp:lastModifiedBy>
  <cp:revision>2</cp:revision>
  <dcterms:created xsi:type="dcterms:W3CDTF">2025-12-09T17:30:55Z</dcterms:created>
  <dcterms:modified xsi:type="dcterms:W3CDTF">2025-12-09T19:14:23Z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